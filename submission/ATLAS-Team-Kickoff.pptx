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tension: the complaint always arrives after the money has moved. Our whole value is the window between fraud and cash-out.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we build serves this single question. If a feature does not help answer it, it is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are I4C. Never say we built a cybercrime dashboard — they have one. Say we add a defensible forecast with measured lead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is locked to their column. CODEOWNERS requests a reviewer, it does not restrict who may change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#4. It has no dependency on anyone else's work, so they are never blocked waiting for 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tested requirement, not a preference. There is a UI test that fails if the four states render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Raj learns the system by drawing it — the diagrams are genuinely the fastest onboarding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is protected: pull request, green CI, one approval. That applies to me too — it is not bureaucracy, it is how main stays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three is the one judges test. A number nobody can reproduce is worse than no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anything here is wrong for you, say so today. Better to swap now than three weeks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each person to confirm their task out loud, and to accept the GitHub invite before leaving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·  SIH26184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9659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5661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cash-out intelligence for cybercrime complaints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Home Affairs · Indian Cyber Crime Coordination Centre (I4C)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moves faster than the police can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every day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national portal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148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money to vanish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mule accounts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92024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148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all we have today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is already gone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434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victim reports a fraud. The money is already three accounts away, heading for an ATM or an AePS agent. By the time anyone investigates, it has been withdrawn.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cash-out before it happens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80644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2084" y="2148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1468" y="2761488"/>
            <a:ext cx="182880" cy="146304"/>
          </a:xfrm>
          <a:prstGeom prst="rightArrow">
            <a:avLst/>
          </a:prstGeom>
          <a:solidFill>
            <a:srgbClr val="E8973A"/>
          </a:solidFill>
          <a:ln/>
        </p:spPr>
      </p:sp>
      <p:sp>
        <p:nvSpPr>
          <p:cNvPr id="7" name="Shape 5"/>
          <p:cNvSpPr/>
          <p:nvPr/>
        </p:nvSpPr>
        <p:spPr>
          <a:xfrm>
            <a:off x="2839212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30652" y="2148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trail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60036" y="2761488"/>
            <a:ext cx="182880" cy="146304"/>
          </a:xfrm>
          <a:prstGeom prst="rightArrow">
            <a:avLst/>
          </a:prstGeom>
          <a:solidFill>
            <a:srgbClr val="E89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097780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89220" y="2148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locations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18604" y="2761488"/>
            <a:ext cx="182880" cy="146304"/>
          </a:xfrm>
          <a:prstGeom prst="rightArrow">
            <a:avLst/>
          </a:prstGeom>
          <a:solidFill>
            <a:srgbClr val="E897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56348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47788" y="2148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77172" y="2761488"/>
            <a:ext cx="182880" cy="146304"/>
          </a:xfrm>
          <a:prstGeom prst="rightArrow">
            <a:avLst/>
          </a:prstGeom>
          <a:solidFill>
            <a:srgbClr val="E8973A"/>
          </a:solidFill>
          <a:ln/>
        </p:spPr>
      </p:sp>
      <p:sp>
        <p:nvSpPr>
          <p:cNvPr id="16" name="Shape 14"/>
          <p:cNvSpPr/>
          <p:nvPr/>
        </p:nvSpPr>
        <p:spPr>
          <a:xfrm>
            <a:off x="9614916" y="21488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E7D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06356" y="2148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blocks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77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question everything serves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31596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“Given only what we know right now, where is stolen money most likely to be taken out as cash next, within what time window, and why?”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react. We forecast.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today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CFCFRMS races the money after a complaint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729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Pratibimb maps handsets after they offend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398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Samanvay shares data between states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3068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answers: where has crime been?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ATLAS adds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likely cash-out locations in advance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1729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time window and a confidence level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7398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why, so an officer can judge it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3068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where will the money come out?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257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building another dashboard. We are adding the one thing the stack does not have.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people, five streams, one main branch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842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Suraj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295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· FULL STACK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78892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ML, security. Auth, audit, API, prediction engine.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65960"/>
            <a:ext cx="658368" cy="658368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9842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Sneha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295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278892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simulator: population, geography, cash-out endpoints.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16916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965960"/>
            <a:ext cx="658368" cy="658368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6676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VJ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19842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Vijay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295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85048" y="278892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typology generators and data realism validation.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16052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434840"/>
            <a:ext cx="658368" cy="658368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4434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44531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Vidushi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737360" y="47640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" y="525780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and investigator case workspace.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89120" y="416052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4434840"/>
            <a:ext cx="658368" cy="658368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63440" y="4434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44531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Lucky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47640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681728" y="525780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map, H3 heat layer and jurisdiction views.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92440" y="416052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66760" y="4434840"/>
            <a:ext cx="658368" cy="658368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366760" y="4434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0" y="44531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0" y="47640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PRESENTATION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385048" y="525780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Money-trail graph view, architecture diagrams, the deck.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 ·  VIJAY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build the world the model learns from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 real data, and we never will — it is citizen financial data. So we generate it. Every number this project ever reports rests on this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624328"/>
            <a:ext cx="548640" cy="548640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5146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and endpoints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8803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districts, ATMs — and AePS agents,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where most cash-out now happens.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0" y="2560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548640" cy="548640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6850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typologies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05079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arrest, UPI fraud, investment scam.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moves money differently.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0" y="3730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965192"/>
            <a:ext cx="548640" cy="548640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965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5546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Realism validation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22122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data is not giving away the answer.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gate we have.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0" y="49011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VIDUSHI  ·  LUCKY  ·  RAJ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look like a government system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now against mock data. You do not need the backend. The visual language is the thing to get right early — polish never survives being left to the end.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05456"/>
            <a:ext cx="548640" cy="548640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9572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and case workspace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76148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restrained, serious. Colour only for risk.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view with a live golden-hour timer.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0" y="24414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529584"/>
            <a:ext cx="548640" cy="548640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41985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map and drill-down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78561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risk layer over the map, plus a treemap.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answers where, treemap answers how much.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0" y="34655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553712"/>
            <a:ext cx="548640" cy="548640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553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4439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Money-trail graph view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0974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money: victim to mule to ATM.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nodes, click to expand one step at a time.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0" y="44897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532120"/>
            <a:ext cx="1078992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56509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hard rule: a weak prediction must never look like a strong one.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9436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confidence states, four visibly different treatments. Never let an officer act on a guess that looked like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 ·  SURAJ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 view, the deck, and the core engine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603504" cy="603504"/>
          </a:xfrm>
          <a:prstGeom prst="ellipse">
            <a:avLst/>
          </a:prstGeom>
          <a:solidFill>
            <a:srgbClr val="E897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29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PRESENTATION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71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Money-trail graph view — issue #17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474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diagrams — issue #9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977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SIH deck and demo run-sheet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80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questions and answers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1B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0" y="2011680"/>
            <a:ext cx="603504" cy="603504"/>
          </a:xfrm>
          <a:prstGeom prst="ellipse">
            <a:avLst/>
          </a:prstGeom>
          <a:solidFill>
            <a:srgbClr val="E897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2029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Suraj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· ML · SECURITY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971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tamper-evident audit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474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entity resolution, money-flow graph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977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three-tier prediction engine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480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 and security hardening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pushes to main. Including me.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84632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0352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21608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E897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67328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verify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0096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85816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58584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04304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77072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E897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22792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195560" y="192024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241280" y="19202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five minutes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566160"/>
            <a:ext cx="10789920" cy="1417320"/>
          </a:xfrm>
          <a:prstGeom prst="roundRect">
            <a:avLst>
              <a:gd name="adj" fmla="val 6452"/>
            </a:avLst>
          </a:prstGeom>
          <a:solidFill>
            <a:srgbClr val="0F17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370332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https://github.com/thesurajgupta/atlas.git &amp;&amp; cd atlas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F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  &amp;&amp;  make verify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212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branch names, commit style, where to ask — is in docs/team/WORKFLOW.md. Start at pinned issue #15.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what make us credible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1170432"/>
          </a:xfrm>
          <a:prstGeom prst="roundRect">
            <a:avLst>
              <a:gd name="adj" fmla="val 7813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08483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98424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commit a secret or real data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3591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 is public. We use synthetic data only. If you ever commit a credential — rotate it first, then tell us.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10789920" cy="1170432"/>
          </a:xfrm>
          <a:prstGeom prst="roundRect">
            <a:avLst>
              <a:gd name="adj" fmla="val 7813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45643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456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35584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weaken a check to go green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7307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test fails it has found something real. Four silent bugs have already been caught this way, and every one looked fine locally.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10789920" cy="1170432"/>
          </a:xfrm>
          <a:prstGeom prst="roundRect">
            <a:avLst>
              <a:gd name="adj" fmla="val 781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828032"/>
            <a:ext cx="566928" cy="566928"/>
          </a:xfrm>
          <a:prstGeom prst="ellipse">
            <a:avLst/>
          </a:prstGeom>
          <a:solidFill>
            <a:srgbClr val="E89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4828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72744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type a number by hand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10235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comes from the evaluation tool with a commit attached. One made-up number and the judges stop believing all of them.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of us does next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7F9FC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874520"/>
            <a:ext cx="182880" cy="182880"/>
          </a:xfrm>
          <a:prstGeom prst="ellipse">
            <a:avLst/>
          </a:prstGeom>
          <a:solidFill>
            <a:srgbClr val="E897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18013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819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GitHub invite, run make verify, read issue #15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50008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532888"/>
            <a:ext cx="182880" cy="182880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4597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Sneha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4780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#4 — geography, population and cash-out endpoints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008376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3191256"/>
            <a:ext cx="182880" cy="182880"/>
          </a:xfrm>
          <a:prstGeom prst="ellipse">
            <a:avLst/>
          </a:prstGeom>
          <a:solidFill>
            <a:srgbClr val="3150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31181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Vijay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1363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 — the seven fraud typology generators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666744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3849624"/>
            <a:ext cx="182880" cy="182880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37764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Vidushi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37947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#7 — design system and case workspace on mock 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325112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" y="4507992"/>
            <a:ext cx="182880" cy="182880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80160" y="4434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Lucky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063240" y="44531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 — hex risk map and jurisdiction treemap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983480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" y="5166360"/>
            <a:ext cx="182880" cy="182880"/>
          </a:xfrm>
          <a:prstGeom prst="ellipse">
            <a:avLst/>
          </a:prstGeom>
          <a:solidFill>
            <a:srgbClr val="1C6E7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80160" y="5093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063240" y="51114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#17 — money-trail graph view, plus #9 diagrams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5641848"/>
            <a:ext cx="107899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5824728"/>
            <a:ext cx="182880" cy="182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80160" y="57515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Suraj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063240" y="57698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PRs, finish the API, start the prediction engine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done. Now the interesting part.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95351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8803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227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protected, CI on every push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295351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8803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3227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tables, geospatial and time-series ready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00507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39319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279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MFA, tamper-evident audit trail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400507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39319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gates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4279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five live, each proven by breaking it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9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github.com/thesurajgupta/atlas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— Team Kickoff</dc:title>
  <dc:subject>PptxGenJS Presentation</dc:subject>
  <dc:creator>ATLAS Team</dc:creator>
  <cp:lastModifiedBy>ATLAS Team</cp:lastModifiedBy>
  <cp:revision>1</cp:revision>
  <dcterms:created xsi:type="dcterms:W3CDTF">2026-09-03T09:32:41Z</dcterms:created>
  <dcterms:modified xsi:type="dcterms:W3CDTF">2026-09-03T09:32:41Z</dcterms:modified>
</cp:coreProperties>
</file>