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is locked to their column. CODEOWNERS requests a reviewer, it does not restrict who may change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#4. It has no dependency on anyone else's work, so they are never blocked waiting for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tested requirement, not a preference. There is a UI test that fails if the four states render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Raj learns the system by drawing it — the diagrams are genuinely the fastest onboarding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is protected: pull request, green CI, one approval. That applies to me too — it is not bureaucracy, it is how main stays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three is the one judges test. A number nobody can reproduce is worse than no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anything here is wrong for you, say so today. Better to swap now than three weeks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person to confirm their task out loud, and to accept the GitHub invite before leaving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people, five streams, one main branch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FULL STACK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ML, security. Auth, audit, API, prediction engine.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658368" cy="658368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Sneha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simulator: population, geography, cash-out endpoints.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65960"/>
            <a:ext cx="658368" cy="658368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VJ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typology generators and data realism validation.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434840"/>
            <a:ext cx="658368" cy="65836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Vidushi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ML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workspace, and the metrics we are judged by.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434840"/>
            <a:ext cx="658368" cy="658368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6344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8172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map, H3 heat layer and jurisdiction views.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9244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434840"/>
            <a:ext cx="658368" cy="658368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6676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PRESENTATION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8504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Money-trail graph view, architecture diagrams, the deck.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 ·  VIJAY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build the world the model learns from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real data, and we never will — it is citizen financial data. So we generate it. Every number this project ever reports rests on this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24328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and endpoints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districts, ATMs — and AePS agents,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where most cash-out now happens.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850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typologies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507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arrest, UPI fraud, investment scam.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moves money differently.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3730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965192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554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Realism validation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2212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data is not giving away the answer.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gate we have.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4901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VIDUSHI  ·  LUCKY  ·  RAJ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look like a government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 against mock data. You do not need the backend. The visual language is the thing to get right early — polish never survives being left to the 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957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and case workspace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7614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restrained, serious. Colour only for risk.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ML metrics — issue #18.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2441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29584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198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map and drill-down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78561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risk layer over the map, plus a treemap.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answers where, treemap answers how much.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34655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53712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439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Money-trail graph view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0974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money: victim to mule to ATM.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nodes, click to expand one step at a time.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44897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 rule: a weak prediction must never look like a strong one.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943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confidence states, four visibly different treatments. Never let an officer act on a guess that looked like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 ·  SURAJ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view, the deck, and the core engine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603504" cy="603504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PRESENTATION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Money-trail graph view — issue #17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— issue #9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SIH deck and demo run-sheet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80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questions and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011680"/>
            <a:ext cx="603504" cy="603504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ML · SECURITY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tamper-evident audit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entity resolution, money-flow graph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prediction engine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480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and security hardening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pushes to main. Including 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4632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21608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E897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67328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verify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0096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85816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58584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04304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77072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E89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22792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95560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0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five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0F17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37033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https://github.com/thesurajgupta/atlas.git &amp;&amp; cd atlas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  &amp;&amp;  make verify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branch names, commit style, where to ask — is in docs/team/WORKFLOW.md. Start at pinned issue #15.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what make us credible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8483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842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commit a secret or real data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3591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public. We use synthetic data only. If you ever commit a credential — rotate it first, then tell 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45643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558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weaken a check to go green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307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test fails it has found something real. Four silent bugs have already been caught this way, and every one looked fine locally.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828032"/>
            <a:ext cx="566928" cy="566928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828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7274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type a number by hand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102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comes from the evaluation tool with a commit attached. One made-up number and the judges stop believing all of them.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of us does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874520"/>
            <a:ext cx="182880" cy="182880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801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819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GitHub invite, run make verify, read issue #15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0008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532888"/>
            <a:ext cx="182880" cy="18288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4597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478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#4 — geography, population and cash-out endpoints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08376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191256"/>
            <a:ext cx="182880" cy="18288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3118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363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— the seven fraud typology generators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66744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849624"/>
            <a:ext cx="182880" cy="18288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7764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Vidushi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794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#18 — evaluation metrics, then #7 design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25112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507992"/>
            <a:ext cx="182880" cy="18288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4434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453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 — hex risk map and jurisdiction treemap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983480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5166360"/>
            <a:ext cx="182880" cy="18288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5093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1114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#17 — money-trail graph view, plus #9 diagrams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641848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5824728"/>
            <a:ext cx="182880" cy="182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80160" y="57515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57698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PRs, finish the API, start the prediction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done. Now the interesting part.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9535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880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protected, CI on every push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9535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880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tables, geospatial and time-series ready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00507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79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MFA, tamper-evident audit trail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00507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gates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279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five live, each proven by breaking 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9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github.com/thesurajgupta/atlas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Team Kickoff</dc:title>
  <dc:subject>PptxGenJS Presentation</dc:subject>
  <dc:creator>ATLAS Team</dc:creator>
  <cp:lastModifiedBy>ATLAS Team</cp:lastModifiedBy>
  <cp:revision>1</cp:revision>
  <dcterms:created xsi:type="dcterms:W3CDTF">2026-09-03T09:41:31Z</dcterms:created>
  <dcterms:modified xsi:type="dcterms:W3CDTF">2026-09-03T09:41:31Z</dcterms:modified>
</cp:coreProperties>
</file>